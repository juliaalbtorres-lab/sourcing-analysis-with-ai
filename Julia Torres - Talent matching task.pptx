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francis-lagata-95a0a8114" TargetMode="External"/><Relationship Id="rId4" Type="http://schemas.openxmlformats.org/officeDocument/2006/relationships/hyperlink" Target="https://www.linkedin.com/in/jessica-jane-acu%C3%B1a-cpa-0073051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6650" y="787500"/>
            <a:ext cx="43533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hlinkClick r:id="rId3"/>
              </a:rPr>
              <a:t>https://www.linkedin.com/in/francis-lagata-95a0a8114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Francis Lagata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Accountant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Location: Philippines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Years of experience: 7+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Industry background: Healthcare and manufacturing.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Systems expertise: Microsoft Office/ Excel, Oracle Database and SAP products.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Career stability with progressive growth in accounting roles, developing expertise in US GAAP reporting, financial analysis, and complex global operations.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Responsible in the monitoring and review of the Medical Supplies Inventory Process for the NA Metairie Division, Southeast Region's clinics and facilities. 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Manufacturing environment exposure through Regal Rexnord.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Immediately available and possibly motivated to take on a new challenge.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72000" y="787525"/>
            <a:ext cx="43533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u="sng">
                <a:solidFill>
                  <a:schemeClr val="hlink"/>
                </a:solidFill>
                <a:hlinkClick r:id="rId4"/>
              </a:rPr>
              <a:t>https://www.linkedin.com/in/jessica-jane-acu%C3%B1a-cpa-007305115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Jessica Jane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Accounting Manager 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Location: Philippines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Years of experience: 9+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Industry background: Healthcare, Information technology and services industry.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</a:rPr>
              <a:t>Systems expertise: Microsoft Excel, Fixed Assets, Microsoft Word, Operational Excellence, SAP and Microsoft Office.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Proven career progression with strong tenure across organizations, advancing from accounting operations roles into leadership positions.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Manages accounting operations for venture-backed startup clients, supporting month-end close, journal entries, reconciliations, financial reporting, and accounting workflows.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Experience in healthcare, consulting, and startup environments.</a:t>
            </a:r>
            <a:endParaRPr sz="1000">
              <a:solidFill>
                <a:schemeClr val="dk2"/>
              </a:solidFill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</a:pPr>
            <a:r>
              <a:rPr lang="pt-BR" sz="1000">
                <a:solidFill>
                  <a:schemeClr val="dk2"/>
                </a:solidFill>
              </a:rPr>
              <a:t>Skillset include Inventory Valuation &amp; Pricing Controls.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56275" y="147650"/>
            <a:ext cx="77277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2"/>
                </a:solidFill>
              </a:rPr>
              <a:t>TOP 2 CANDIDATES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